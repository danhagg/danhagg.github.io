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0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B03D9-EBB2-4CDB-819A-8898EB402F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515863-7263-452D-8FDA-7A67F05F58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0633D-BB65-40BF-B916-E60B5BAE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B1088-5B50-47F4-809D-3F1981F38D98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4F002-173F-4B79-BE76-A56386C99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6F8261-D933-4212-92D8-AB9C5B475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26B8F-B7B5-44BF-A8B6-BF6946130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954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D0A65-74A7-47F7-AB07-6C0C8FFDA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CA557-57F8-4918-B684-7B4D73EBFF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B109D-9FF4-4EC0-A625-94EEED7DF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B1088-5B50-47F4-809D-3F1981F38D98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B3A2E-57A2-4F7D-99B8-C97D6A860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C411C-7B16-4219-9E44-3186E8AB3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26B8F-B7B5-44BF-A8B6-BF6946130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558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EC9D1-53A4-4959-957D-A50586326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C2236C-ADFF-4CE7-9D51-BCA99169CB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FE5AE8-351D-4EE7-84A5-3B8DCB816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B1088-5B50-47F4-809D-3F1981F38D98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DC3DF-C053-4FF4-BF6A-512748A57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2309B-4758-4ADF-974F-BDBEEEA18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26B8F-B7B5-44BF-A8B6-BF6946130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811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E02B4-FE8F-4EB3-A6D6-C9E6CEA0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8E58C-7B06-4F44-B9AA-DB9768D556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0D5EE4-F4CB-4FDE-9FF3-FC974E319F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660992-EE37-4DF0-BE56-6F2DBFB64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B1088-5B50-47F4-809D-3F1981F38D98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A83B92-B970-4DFE-944A-FEC14E6EE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E7EFBE-56E2-453B-948A-92E507EF6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26B8F-B7B5-44BF-A8B6-BF6946130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012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23C8F-0160-408E-AD07-936F27CC7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15F75D-05A2-47FD-BC4C-5809EC1D1B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423AC6-3FF6-4D0B-9942-BDFBC8F604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382A99-90A1-4384-9C6E-E2B960EC1C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BDBB9E-0920-4651-A027-B021088831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EB991D-0A9A-4A39-AD28-094AF9B05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B1088-5B50-47F4-809D-3F1981F38D98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2EA0AB-A5C3-4D33-89D7-F7A273C59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9E8C25-9022-4FD7-A3E9-DB917BF32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26B8F-B7B5-44BF-A8B6-BF6946130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512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CD721-A669-4061-A78F-E1933E918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F3D491-167F-4731-BC33-C54BD10E5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B1088-5B50-47F4-809D-3F1981F38D98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70E9DC-50FA-4A8F-A250-E3F15B94A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43068-42BE-4222-9271-8B4F9FD03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26B8F-B7B5-44BF-A8B6-BF6946130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106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CA4EA2-32AD-4BC8-B32F-2DF7E2756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B1088-5B50-47F4-809D-3F1981F38D98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46EF15-46A9-4FEA-B0CB-C14EFD4DE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8DA045-D15D-4F7E-9F43-53888D7FD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26B8F-B7B5-44BF-A8B6-BF6946130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625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4522D-8F98-49A1-98B5-44AB50DB2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C3444-B0A3-4CED-9C88-740BFDCDA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0F6D83-0029-400D-A13E-51F863FBC5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C8EF57-DD95-4FD9-AC5A-A441717D2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B1088-5B50-47F4-809D-3F1981F38D98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7C81CA-EA6A-4010-80E8-CB038D6D3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B3ADBD-7F5E-451A-A9C9-514EE73F3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26B8F-B7B5-44BF-A8B6-BF6946130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698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BDA76-8427-46C4-A5E7-FBD244895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94156C-679E-4191-98BC-FA41714DFA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3C302E-F954-4340-9C41-B998049758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A7FAEC-04E2-460D-AB08-626A3C90C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B1088-5B50-47F4-809D-3F1981F38D98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87AE55-11C1-4B99-B931-4CA72D44D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1E70E7-3643-4A9C-8322-97347CC2D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26B8F-B7B5-44BF-A8B6-BF6946130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735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84A4E-4549-498F-937C-94F5BCD97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89F16E-190A-4216-8D83-59CB02C8EC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A744DF-7CD1-4327-904D-F1EACFAEE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B1088-5B50-47F4-809D-3F1981F38D98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098A5-3799-4001-8149-99FF7C8AD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C2247-DC05-43E5-BAE9-E090C9009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26B8F-B7B5-44BF-A8B6-BF6946130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592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F23E9C-42D5-44CD-BB69-DDC5A1DD0F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7860BB-D01C-4034-994E-9FE6AD822C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B55A9-F8FE-4B2C-929B-C93A105B4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B1088-5B50-47F4-809D-3F1981F38D98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20493-6367-432B-B52D-66FCA9B7E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D97DD-6356-4DF4-BC90-7F071888A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26B8F-B7B5-44BF-A8B6-BF6946130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039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E97C9F-6F5B-40DD-92A6-947D501BE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A49475-69A0-494A-8204-931BAA3B50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22ECA-0599-4ADE-BCC6-B2128F1F38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7B1088-5B50-47F4-809D-3F1981F38D98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7AF2F-4768-4F6A-96E3-CEFECDBB7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8683B-91B9-493F-89BA-B92875C5DB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126B8F-B7B5-44BF-A8B6-BF6946130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170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64B7FC2-D578-45AE-889A-587CA5F3F08F}"/>
              </a:ext>
            </a:extLst>
          </p:cNvPr>
          <p:cNvSpPr txBox="1"/>
          <p:nvPr/>
        </p:nvSpPr>
        <p:spPr>
          <a:xfrm>
            <a:off x="0" y="0"/>
            <a:ext cx="6094140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{"CreationTime":"2020-10-08T19:01:46",</a:t>
            </a:r>
          </a:p>
          <a:p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"Id":"ac2d1aa8-e915-46c6-8adb-ebd52a4f0b40",</a:t>
            </a:r>
          </a:p>
          <a:p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"Operation":"Update device.",</a:t>
            </a:r>
          </a:p>
          <a:p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"OrganizationId":"2703ed9b-5831-42fd-a056-6ff2dd18128a",</a:t>
            </a:r>
          </a:p>
          <a:p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"RecordType":8,</a:t>
            </a:r>
          </a:p>
          <a:p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"ResultStatus":"Success",</a:t>
            </a:r>
          </a:p>
          <a:p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"UserKey":"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NotAvailable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",</a:t>
            </a:r>
          </a:p>
          <a:p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"UserType":4,</a:t>
            </a:r>
          </a:p>
          <a:p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"Version":1,</a:t>
            </a:r>
          </a:p>
          <a:p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"Workload":"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AzureActiveDirectory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",</a:t>
            </a:r>
          </a:p>
          <a:p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"ClientIP":"40.88.51.205",</a:t>
            </a:r>
          </a:p>
          <a:p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"ObjectId":"Not Available",</a:t>
            </a:r>
          </a:p>
          <a:p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"UserId":"ServicePrincipal_2d954d2a-1ab9-4f79-be02-c2a90be3fe44",</a:t>
            </a:r>
          </a:p>
          <a:p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"AzureActiveDirectoryEventType":1,</a:t>
            </a:r>
          </a:p>
          <a:p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"ExtendedProperties":[{"Name":"actorContextId","Value":"2703ed9b-5831-42fd-a056-6ff2dd18128a"},{"Name":"actorObjectId","Value":"2d954d2a-1ab9-4f79-be02-c2a90be3fe44"},{"Name":"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actorObjectClass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","Value":"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ServicePrincipal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"},{"Name":"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teamName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","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Value":"MSODS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."},{"Name":"targetContextId","Value":"2703ed9b-5831-42fd-a056-6ff2dd18128a"},{"Name":"targetObjectId","Value":"64d12edc-c7b4-47b4-8a04-46565837a382"},{"Name":"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extendedAuditEventCategory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","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Value":"Device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"},{"Name":"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targetName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","Value":"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BobPC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"},{"Name":"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targetIncludedUpdatedProperties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","Value":"[]"},{"Name":"correlationId","Value":"5cb8da38-1cb9-4ca8-9d1b-9ca72f389684"},{"Name":"version","Value":"2"},{"Name":"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additionalDetails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","Value":"{\"User-Agent\":\"Microsoft ADO.NET Data Services\"}"},{"Name":"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resultType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","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Value":"Success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"},{"Name":"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auditEventCategory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","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Value":"Other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"},{"Name":"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nCloud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","Value":"&lt;null&gt;"},{"Name":"env_ver","Value":"2.1"},{"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Name":"env_name","Value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":"#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Ifx.AuditSchema#IfxMsods.AuditCommonEvent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"},{"Name":"env_time","Value":"2020-10-08T19:01:46.9661710Z"},{"Name":"env_epoch","Value":"1EJ36"},{"Name":"env_seqNum","Value":"98961497"},{"Name":"env_popSample","Value":"0"},{"Name":"env_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iKey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","Value":"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ikey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"},{"Name":"env_flags","Value":"257"},{"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Name":"env_cv","Value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:"##3a99dc17-2572-4847-80ed-e5e2f2a70b48_00000000-0000-0000-0000-000000000000_3a99dc17-2572-4847-80ed-e5e2f2a70b48"},{"Name":"env_os","Value":"&lt;null&gt;"},{"Name":"env_osVer","Value":"&lt;null&gt;"},{"Name":"env_appId","Value":"restdirectoryservice"},{"Name":"env_appVer","Value":"1.0.12039.1"},{"Name":"env_cloud_ver","Value":"1.0"},{"Name":"env_cloud_name","Value":"MSO-BL2"},{"Name":"env_cloud_role","Value":"restdirectoryservice"},{"Name":"env_cloud_roleVer","Value":"1.0.12039.1"},{"Name":"env_cloud_roleInstance","Value":"BL2RDSR5283"},{"Name":"env_cloud_environment","Value":"PROD"},{"Name":"env_cloud_deploymentUnit","Value":"R5"}],"ModifiedProperties":[{"Name":"Included Updated Properties","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NewValue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":"","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OldValue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":""}],"Actor":[{"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ID":"Device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Registration Service","Type":1},{"ID":"01cb2876-7ebd-4aa4-9cc9-d28bd4d359a9","Type":2},{"ID":"ServicePrincipal_2d954d2a-1ab9-4f79-be02-c2a90be3fe44","Type":2},{"ID":"2d954d2a-1ab9-4f79-be02-c2a90be3fe44","Type":2},{"ID":"ServicePrincipal","Type":2}],"ActorContextId":"2703ed9b-5831-42fd-a056-6ff2dd18128a","ActorIpAddress":"40.88.51.205","SupportTicketId":"","Target":[{"ID":"Device_64d12edc-c7b4-47b4-8a04-46565837a382","Type":2},{"ID":"64d12edc-c7b4-47b4-8a04-46565837a382","Type":2},{"ID":"Device","Type":2},{"ID":"BobPC","Type":1}],"TargetContextId":"2703ed9b-5831-42fd-a056-6ff2dd18128a"}</a:t>
            </a:r>
            <a:r>
              <a:rPr lang="en-US" sz="1000" dirty="0"/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D7B457-8571-4744-BA6C-9F7BF4A53F8E}"/>
              </a:ext>
            </a:extLst>
          </p:cNvPr>
          <p:cNvSpPr txBox="1"/>
          <p:nvPr/>
        </p:nvSpPr>
        <p:spPr>
          <a:xfrm>
            <a:off x="5982462" y="217938"/>
            <a:ext cx="6094476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ExtendedProperties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":[{"Name":"actorContextId","Value":"2703ed9b-5831-42fd-a056-6ff2dd18128a"},{"Name":"actorObjectId","Value":"2d954d2a-1ab9-4f79-be02-c2a90be3fe44"},{"Name":"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actorObjectClass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","Value":"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ServicePrincipal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"},{"Name":"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teamName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","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Value":"MSODS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."},{"Name":"targetContextId","Value":"2703ed9b-5831-42fd-a056-6ff2dd18128a"},{"Name":"targetObjectId","Value":"64d12edc-c7b4-47b4-8a04-46565837a382"},{"Name":"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extendedAuditEventCategory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","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Value":"Device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"},{"Name":"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targetName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","Value":"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BobPC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"},{"Name":"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targetIncludedUpdatedProperties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","Value":"[]"},{"Name":"correlationId","Value":"5cb8da38-1cb9-4ca8-9d1b-9ca72f389684"},{"Name":"version","Value":"2"},{"Name":"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additionalDetails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","Value":"{\"User-Agent\":\"Microsoft ADO.NET Data Services\"}"},{"Name":"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resultType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","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Value":"Success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"},{"Name":"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auditEventCategory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","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Value":"Other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"},{"Name":"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nCloud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","Value":"&lt;null&gt;"},{"Name":"env_ver","Value":"2.1"},{"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Name":"env_name","Value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":"#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Ifx.AuditSchema#IfxMsods.AuditCommonEvent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"},{"Name":"env_time","Value":"2020-10-08T19:01:46.9661710Z"},{"Name":"env_epoch","Value":"1EJ36"},{"Name":"env_seqNum","Value":"98961497"},{"Name":"env_popSample","Value":"0"},{"Name":"env_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iKey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","Value":"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ikey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"},{"Name":"env_flags","Value":"257"},{"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Name":"env_cv","Value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:"##3a99dc17-2572-4847-80ed-e5e2f2a70b48_00000000-0000-0000-0000-000000000000_3a99dc17-2572-4847-80ed-e5e2f2a70b48"},{"Name":"env_os","Value":"&lt;null&gt;"},{"Name":"env_osVer","Value":"&lt;null&gt;"},{"Name":"env_appId","Value":"restdirectoryservice"},{"Name":"env_appVer","Value":"1.0.12039.1"},{"Name":"env_cloud_ver","Value":"1.0"},{"Name":"env_cloud_name","Value":"MSO-BL2"},{"Name":"env_cloud_role","Value":"restdirectoryservice"},{"Name":"env_cloud_roleVer","Value":"1.0.12039.1"},{"Name":"env_cloud_roleInstance","Value":"BL2RDSR5283"},{"Name":"env_cloud_environment","Value":"PROD"},{"Name":"env_cloud_deploymentUnit","Value":"R5"}],"ModifiedProperties":[{"Name":"Included Updated Properties","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NewValue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":"","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OldValue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":""}],"Actor":[{"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ID":"Device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Registration Service","Type":1},{"ID":"01cb2876-7ebd-4aa4-9cc9-d28bd4d359a9","Type":2},{"ID":"ServicePrincipal_2d954d2a-1ab9-4f79-be02-c2a90be3fe44","Type":2},{"ID":"2d954d2a-1ab9-4f79-be02-c2a90be3fe44","Type":2},{"ID":"ServicePrincipal","Type":2}],"ActorContextId":"2703ed9b-5831-42fd-a056-6ff2dd18128a","ActorIpAddress":"40.88.51.205","SupportTicketId":"","Target":[{"ID":"Device_64d12edc-c7b4-47b4-8a04-46565837a382","Type":2},{"ID":"64d12edc-c7b4-47b4-8a04-46565837a382","Type":2},{"ID":"Device","Type":2},{"ID":"BobPC","Type":1}],"TargetContextId":"2703ed9b-5831-42fd-a056-6ff2dd18128a"}</a:t>
            </a:r>
            <a:r>
              <a:rPr lang="en-US" sz="1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64218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355872C-FEC8-4D0C-920A-79C9D7D3A6E6}"/>
              </a:ext>
            </a:extLst>
          </p:cNvPr>
          <p:cNvSpPr txBox="1"/>
          <p:nvPr/>
        </p:nvSpPr>
        <p:spPr>
          <a:xfrm>
            <a:off x="2964942" y="1506046"/>
            <a:ext cx="6094476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{"CreationTime":"2020-10-06T13:26:16","Id":"8d8e7498-d4d4-4170-a58f-f0803fc9b7ef","Operation":"UserLoggedIn","OrganizationId":"2703ed9b-5831-42fd-a056-6ff2dd18128a","RecordType":15,"ResultStatus":"Succeeded","UserKey":"10030000A531C895@snptitle.com","UserType":0,"Version":1,"Workload":"AzureActiveDirectory","ClientIP":"70.32.0.51","ObjectId":"00000002-0000-0000-c000-000000000000","UserId":"admin@snptitle.com","AzureActiveDirectoryEventType":1,"ExtendedProperties":[{"Name":"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UserAgent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","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Value":"Mozilla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\/5.0 (Windows NT 10.0; Win64; x64) 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AppleWebKit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\/537.36 (KHTML, like Gecko) Chrome\/85.0.4183.121 Safari\/537.36 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Edg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\/85.0.564.68"},{"Name":"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FlowTokenScenario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","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Value":"Login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"},{"Name":"UserAuthenticationMethod","Value":"1"},{"Name":"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RequestType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","Value":"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Login:login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"},{"Name":"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ResultStatusDetail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","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Value":"Success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"}],"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ModifiedProperties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":[],"Actor":[{"ID":"046adb65-09e2-4632-8f8c-6bab4e0a3c72","Type":0},{"ID":"admin@snptitle.com","Type":5},{"ID":"10030000A531C895","Type":3}],"ActorContextId":"2703ed9b-5831-42fd-a056-6ff2dd18128a","ActorIpAddress":"70.32.0.51","InterSystemsId":"745453dc-452a-470f-8d3f-86260daf6cba","IntraSystemId":"9fbc1430-d693-4876-8812-e1ddffaab701","SupportTicketId":"","Target":[{"ID":"00000002-0000-0000-c000-000000000000","Type":0}],"TargetContextId":"2703ed9b-5831-42fd-a056-6ff2dd18128a","ApplicationId":"80ccca67-54bd-44ab-8625-4b79c4dc7775","LogonError":"KmsiInterrupt"}</a:t>
            </a:r>
            <a:r>
              <a:rPr lang="en-US" sz="1000" dirty="0"/>
              <a:t> </a:t>
            </a:r>
          </a:p>
        </p:txBody>
      </p:sp>
      <p:pic>
        <p:nvPicPr>
          <p:cNvPr id="7" name="Picture 6" descr="Table&#10;&#10;Description automatically generated">
            <a:extLst>
              <a:ext uri="{FF2B5EF4-FFF2-40B4-BE49-F238E27FC236}">
                <a16:creationId xmlns:a16="http://schemas.microsoft.com/office/drawing/2014/main" id="{2052E089-3AC1-4BBD-9D71-12CD7BBD1E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1548" y="0"/>
            <a:ext cx="2543175" cy="155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775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1196</Words>
  <Application>Microsoft Office PowerPoint</Application>
  <PresentationFormat>Widescreen</PresentationFormat>
  <Paragraphs>17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 Haggerty</dc:creator>
  <cp:lastModifiedBy>Daniel Haggerty</cp:lastModifiedBy>
  <cp:revision>3</cp:revision>
  <dcterms:created xsi:type="dcterms:W3CDTF">2020-10-09T13:40:24Z</dcterms:created>
  <dcterms:modified xsi:type="dcterms:W3CDTF">2020-10-09T14:13:37Z</dcterms:modified>
</cp:coreProperties>
</file>